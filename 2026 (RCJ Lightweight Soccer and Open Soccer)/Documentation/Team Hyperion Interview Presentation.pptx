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52168-7E4E-48EC-84C4-43ADDFD4908B}" v="5" dt="2026-03-18T06:36:08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ksh Garg" userId="b594c66a-727d-4909-8b20-c2136dd8e9cc" providerId="ADAL" clId="{52924E72-4879-481C-B67E-74514B9B713E}"/>
    <pc:docChg chg="undo custSel addSld delSld modSld">
      <pc:chgData name="Samaksh Garg" userId="b594c66a-727d-4909-8b20-c2136dd8e9cc" providerId="ADAL" clId="{52924E72-4879-481C-B67E-74514B9B713E}" dt="2026-03-18T10:46:32.440" v="320" actId="2890"/>
      <pc:docMkLst>
        <pc:docMk/>
      </pc:docMkLst>
      <pc:sldChg chg="addSp modSp mod setBg">
        <pc:chgData name="Samaksh Garg" userId="b594c66a-727d-4909-8b20-c2136dd8e9cc" providerId="ADAL" clId="{52924E72-4879-481C-B67E-74514B9B713E}" dt="2026-03-18T06:35:03.620" v="183" actId="1076"/>
        <pc:sldMkLst>
          <pc:docMk/>
          <pc:sldMk cId="3911975939" sldId="256"/>
        </pc:sldMkLst>
        <pc:spChg chg="mod">
          <ac:chgData name="Samaksh Garg" userId="b594c66a-727d-4909-8b20-c2136dd8e9cc" providerId="ADAL" clId="{52924E72-4879-481C-B67E-74514B9B713E}" dt="2026-03-18T06:31:40.601" v="63" actId="1076"/>
          <ac:spMkLst>
            <pc:docMk/>
            <pc:sldMk cId="3911975939" sldId="256"/>
            <ac:spMk id="2" creationId="{666330A5-57FA-9BDF-5008-A54FA8BE0CF2}"/>
          </ac:spMkLst>
        </pc:spChg>
        <pc:spChg chg="mod">
          <ac:chgData name="Samaksh Garg" userId="b594c66a-727d-4909-8b20-c2136dd8e9cc" providerId="ADAL" clId="{52924E72-4879-481C-B67E-74514B9B713E}" dt="2026-03-18T06:31:53.341" v="67" actId="1076"/>
          <ac:spMkLst>
            <pc:docMk/>
            <pc:sldMk cId="3911975939" sldId="256"/>
            <ac:spMk id="3" creationId="{55A15209-8581-2EFF-3D57-B5703D6C2674}"/>
          </ac:spMkLst>
        </pc:spChg>
        <pc:picChg chg="add mod ord modCrop">
          <ac:chgData name="Samaksh Garg" userId="b594c66a-727d-4909-8b20-c2136dd8e9cc" providerId="ADAL" clId="{52924E72-4879-481C-B67E-74514B9B713E}" dt="2026-03-18T06:35:03.620" v="183" actId="1076"/>
          <ac:picMkLst>
            <pc:docMk/>
            <pc:sldMk cId="3911975939" sldId="256"/>
            <ac:picMk id="5" creationId="{17A48DDF-AFDE-B5C2-A461-15E73B59AF9B}"/>
          </ac:picMkLst>
        </pc:picChg>
      </pc:sldChg>
      <pc:sldChg chg="modSp mod">
        <pc:chgData name="Samaksh Garg" userId="b594c66a-727d-4909-8b20-c2136dd8e9cc" providerId="ADAL" clId="{52924E72-4879-481C-B67E-74514B9B713E}" dt="2026-03-18T06:36:29.618" v="268" actId="20577"/>
        <pc:sldMkLst>
          <pc:docMk/>
          <pc:sldMk cId="3674442055" sldId="257"/>
        </pc:sldMkLst>
        <pc:spChg chg="mod">
          <ac:chgData name="Samaksh Garg" userId="b594c66a-727d-4909-8b20-c2136dd8e9cc" providerId="ADAL" clId="{52924E72-4879-481C-B67E-74514B9B713E}" dt="2026-03-18T06:36:20.876" v="241" actId="20577"/>
          <ac:spMkLst>
            <pc:docMk/>
            <pc:sldMk cId="3674442055" sldId="257"/>
            <ac:spMk id="2" creationId="{88CDF14E-C237-D4B8-A5D3-B2316BF30E31}"/>
          </ac:spMkLst>
        </pc:spChg>
        <pc:spChg chg="mod">
          <ac:chgData name="Samaksh Garg" userId="b594c66a-727d-4909-8b20-c2136dd8e9cc" providerId="ADAL" clId="{52924E72-4879-481C-B67E-74514B9B713E}" dt="2026-03-18T06:36:29.618" v="268" actId="20577"/>
          <ac:spMkLst>
            <pc:docMk/>
            <pc:sldMk cId="3674442055" sldId="257"/>
            <ac:spMk id="3" creationId="{43365744-854B-127E-27A1-2F0D71D26082}"/>
          </ac:spMkLst>
        </pc:spChg>
      </pc:sldChg>
      <pc:sldChg chg="modSp new del mod">
        <pc:chgData name="Samaksh Garg" userId="b594c66a-727d-4909-8b20-c2136dd8e9cc" providerId="ADAL" clId="{52924E72-4879-481C-B67E-74514B9B713E}" dt="2026-03-18T06:36:36.631" v="274" actId="47"/>
        <pc:sldMkLst>
          <pc:docMk/>
          <pc:sldMk cId="463235537" sldId="258"/>
        </pc:sldMkLst>
        <pc:spChg chg="mod">
          <ac:chgData name="Samaksh Garg" userId="b594c66a-727d-4909-8b20-c2136dd8e9cc" providerId="ADAL" clId="{52924E72-4879-481C-B67E-74514B9B713E}" dt="2026-03-18T06:36:35.225" v="273" actId="20577"/>
          <ac:spMkLst>
            <pc:docMk/>
            <pc:sldMk cId="463235537" sldId="258"/>
            <ac:spMk id="2" creationId="{D81EDD7D-DFB0-5B5D-AAC3-CAC97B3575B4}"/>
          </ac:spMkLst>
        </pc:spChg>
      </pc:sldChg>
      <pc:sldChg chg="add del">
        <pc:chgData name="Samaksh Garg" userId="b594c66a-727d-4909-8b20-c2136dd8e9cc" providerId="ADAL" clId="{52924E72-4879-481C-B67E-74514B9B713E}" dt="2026-03-18T06:36:11.286" v="209" actId="47"/>
        <pc:sldMkLst>
          <pc:docMk/>
          <pc:sldMk cId="1446074588" sldId="258"/>
        </pc:sldMkLst>
      </pc:sldChg>
      <pc:sldChg chg="new del">
        <pc:chgData name="Samaksh Garg" userId="b594c66a-727d-4909-8b20-c2136dd8e9cc" providerId="ADAL" clId="{52924E72-4879-481C-B67E-74514B9B713E}" dt="2026-03-18T06:32:53.650" v="138" actId="47"/>
        <pc:sldMkLst>
          <pc:docMk/>
          <pc:sldMk cId="1675340960" sldId="258"/>
        </pc:sldMkLst>
      </pc:sldChg>
      <pc:sldChg chg="modSp add mod">
        <pc:chgData name="Samaksh Garg" userId="b594c66a-727d-4909-8b20-c2136dd8e9cc" providerId="ADAL" clId="{52924E72-4879-481C-B67E-74514B9B713E}" dt="2026-03-18T06:36:41.412" v="285" actId="20577"/>
        <pc:sldMkLst>
          <pc:docMk/>
          <pc:sldMk cId="2770394574" sldId="258"/>
        </pc:sldMkLst>
        <pc:spChg chg="mod">
          <ac:chgData name="Samaksh Garg" userId="b594c66a-727d-4909-8b20-c2136dd8e9cc" providerId="ADAL" clId="{52924E72-4879-481C-B67E-74514B9B713E}" dt="2026-03-18T06:36:41.412" v="285" actId="20577"/>
          <ac:spMkLst>
            <pc:docMk/>
            <pc:sldMk cId="2770394574" sldId="258"/>
            <ac:spMk id="2" creationId="{3201D55F-F1A7-36B3-A18C-9BA5D57BFBF4}"/>
          </ac:spMkLst>
        </pc:spChg>
      </pc:sldChg>
      <pc:sldChg chg="modSp add mod">
        <pc:chgData name="Samaksh Garg" userId="b594c66a-727d-4909-8b20-c2136dd8e9cc" providerId="ADAL" clId="{52924E72-4879-481C-B67E-74514B9B713E}" dt="2026-03-18T10:46:30.577" v="319" actId="20577"/>
        <pc:sldMkLst>
          <pc:docMk/>
          <pc:sldMk cId="483395446" sldId="259"/>
        </pc:sldMkLst>
        <pc:spChg chg="mod">
          <ac:chgData name="Samaksh Garg" userId="b594c66a-727d-4909-8b20-c2136dd8e9cc" providerId="ADAL" clId="{52924E72-4879-481C-B67E-74514B9B713E}" dt="2026-03-18T10:46:28.387" v="316" actId="20577"/>
          <ac:spMkLst>
            <pc:docMk/>
            <pc:sldMk cId="483395446" sldId="259"/>
            <ac:spMk id="2" creationId="{B0164D07-35EB-FAEE-B5A1-D1E15B059CC8}"/>
          </ac:spMkLst>
        </pc:spChg>
        <pc:spChg chg="mod">
          <ac:chgData name="Samaksh Garg" userId="b594c66a-727d-4909-8b20-c2136dd8e9cc" providerId="ADAL" clId="{52924E72-4879-481C-B67E-74514B9B713E}" dt="2026-03-18T10:46:30.577" v="319" actId="20577"/>
          <ac:spMkLst>
            <pc:docMk/>
            <pc:sldMk cId="483395446" sldId="259"/>
            <ac:spMk id="3" creationId="{3EF337BC-17BF-A59B-2332-AA729568629B}"/>
          </ac:spMkLst>
        </pc:spChg>
      </pc:sldChg>
      <pc:sldChg chg="add del">
        <pc:chgData name="Samaksh Garg" userId="b594c66a-727d-4909-8b20-c2136dd8e9cc" providerId="ADAL" clId="{52924E72-4879-481C-B67E-74514B9B713E}" dt="2026-03-18T10:46:21.943" v="300" actId="47"/>
        <pc:sldMkLst>
          <pc:docMk/>
          <pc:sldMk cId="758885585" sldId="260"/>
        </pc:sldMkLst>
      </pc:sldChg>
      <pc:sldChg chg="add">
        <pc:chgData name="Samaksh Garg" userId="b594c66a-727d-4909-8b20-c2136dd8e9cc" providerId="ADAL" clId="{52924E72-4879-481C-B67E-74514B9B713E}" dt="2026-03-18T10:46:32.440" v="320" actId="2890"/>
        <pc:sldMkLst>
          <pc:docMk/>
          <pc:sldMk cId="2353835763" sldId="260"/>
        </pc:sldMkLst>
      </pc:sldChg>
      <pc:sldChg chg="modSp new del mod">
        <pc:chgData name="Samaksh Garg" userId="b594c66a-727d-4909-8b20-c2136dd8e9cc" providerId="ADAL" clId="{52924E72-4879-481C-B67E-74514B9B713E}" dt="2026-03-18T10:46:19.467" v="298" actId="47"/>
        <pc:sldMkLst>
          <pc:docMk/>
          <pc:sldMk cId="3714092101" sldId="260"/>
        </pc:sldMkLst>
        <pc:spChg chg="mod">
          <ac:chgData name="Samaksh Garg" userId="b594c66a-727d-4909-8b20-c2136dd8e9cc" providerId="ADAL" clId="{52924E72-4879-481C-B67E-74514B9B713E}" dt="2026-03-18T10:46:17.596" v="297" actId="20577"/>
          <ac:spMkLst>
            <pc:docMk/>
            <pc:sldMk cId="3714092101" sldId="260"/>
            <ac:spMk id="2" creationId="{B074D4C2-32F1-C48F-5921-2F617D0228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722F-5CD8-ECCE-9E27-5E0904593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1AF52-8A98-BB65-7A41-29327EA9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8315-C968-2F4A-8D03-455E4030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F00A-9328-2528-49CB-1F69CB7F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D155-C2F1-AA5D-BF08-E8406995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85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1F84-F416-132B-73E0-51FFD5E1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91B0-B5D8-5479-763D-E73CBFF7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6DA44-227F-099A-F98F-36113E87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71BC1-FABD-8C62-8B3D-2A9DF65F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28DF-CECD-A7D2-4FC9-A2DFB99E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70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06A7-A153-8A9F-FDBA-F3381A35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5294-A4C7-4ED2-EEA9-7C8164399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6F29-F709-7813-B59C-988FDA07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16CE-DD96-1FA2-65E5-65DC59B2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28FFD-927D-618E-2AA9-7466EDEF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907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C32E-5C2C-48DA-E1DB-CFD8CF22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C7CE-45C2-CADE-95B4-CE51A4EC9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5608D-9EA1-89D9-9CD4-B5317025D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B127C-FE4F-B73E-3C7C-126F1C5B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AC4BA-F82E-2B18-2810-31B1F7CF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79AF5-3A30-D072-7BA9-A73829BF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01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B9BA-AD17-0918-0A88-FCD9EB29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B6839-AA53-333B-87B8-4FB9FB63C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455FB-8902-53A6-CA26-65D743260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E2A1F-DD8A-EF38-7C7F-8A8253034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AEC986-B72D-E3C9-A24D-CC95F42D6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87AB0-3188-69D9-1C52-88C5362E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494FF-08D9-AB0D-1CF8-2455E0B3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04248-5EA0-8755-6FD9-F86E7436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509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2F1A-F148-BBA6-8394-AA50053F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F8C00-E0F7-AA56-F7B8-B41AA72E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B189B-9FF2-6A08-5059-9E2B63A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A13CD-07A5-82E1-83CE-DC3D1BC2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96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2AA2B-A369-2F33-9CEE-DCFF4F4B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AB6BA-F244-31A9-EBB2-6C0B838B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B9C79-94B8-35C8-E66D-B02294B3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9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3C61-8355-9B37-C2D6-7A1CAE1D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5BFE8-1ED5-D509-DB74-A57512B87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24F53-DC5D-94B3-43B9-1876492EA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101B3-5739-6EB1-E2A0-11252C5C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D6E24-BA21-0F76-6488-2FC1DF30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EEF7B-D2BB-F950-BE9F-31ACE9CB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36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77EE-3A1A-A6A8-FB21-30994956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4E7F6-1E41-C420-E8E1-D0A65BADE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36002-62B7-0CD5-03E4-8BA906429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6107E-FCFB-01AB-DFB3-8C52FA33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B9FBA-DD96-E469-4D59-BF243C10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DF896-7CF5-F6A0-0038-B57FF3F4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74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537C-AD7E-1D6A-D3C4-19880E7B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8A091-C468-7614-C6A1-23FB2362C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B015D-318A-F259-953B-8039773C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C11B-4D41-43DA-606A-2857D601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9C89-E721-F694-77F1-7C5F4245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56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FBF9F-6955-70D2-02EC-730A6FA89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DB100-F783-259B-13AC-FE62EABA1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FE701-278D-F642-742D-BC96CC0B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F4FAE-C544-BBAE-3FAF-9732A8B3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BD29-4320-6205-4728-C928FF8C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33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BB168-733C-9029-9D37-897E0388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26DE8-B9BF-7222-A0EA-12C7E5AFD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2C425-57F4-4C00-6360-02E87A936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0BDA9-B268-4107-8EF5-2C06582D5110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3837-A2EE-56B0-623C-2619DA2A5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2C6D-C1C0-10C2-7A34-1D97E5D6B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65D56-DE15-4644-B4DC-93B481443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78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48DDF-AFDE-B5C2-A461-15E73B59AF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38" b="33666"/>
          <a:stretch>
            <a:fillRect/>
          </a:stretch>
        </p:blipFill>
        <p:spPr>
          <a:xfrm>
            <a:off x="1266296" y="933342"/>
            <a:ext cx="9659408" cy="4991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330A5-57FA-9BDF-5008-A54FA8BE0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AU" sz="9600" dirty="0">
                <a:solidFill>
                  <a:schemeClr val="bg1"/>
                </a:solidFill>
                <a:latin typeface="Bebas Neue" panose="020B0606020202050201" pitchFamily="34" charset="0"/>
              </a:rPr>
              <a:t>TEAM HYPERIOn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15209-8581-2EFF-3D57-B5703D6C2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0980"/>
            <a:ext cx="9144000" cy="451802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  <a:latin typeface="Bebas Neue" panose="020B0606020202050201" pitchFamily="34" charset="0"/>
              </a:rPr>
              <a:t>SAM GARG, MATTHEW ADAMS, LUKE ATHERTON AND THOMAS MCCABE</a:t>
            </a:r>
          </a:p>
        </p:txBody>
      </p:sp>
    </p:spTree>
    <p:extLst>
      <p:ext uri="{BB962C8B-B14F-4D97-AF65-F5344CB8AC3E}">
        <p14:creationId xmlns:p14="http://schemas.microsoft.com/office/powerpoint/2010/main" val="391197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F14E-C237-D4B8-A5D3-B2316BF3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>
                <a:solidFill>
                  <a:schemeClr val="bg1"/>
                </a:solidFill>
                <a:latin typeface="Bebas Neue" panose="020B0606020202050201" pitchFamily="34" charset="0"/>
              </a:rPr>
              <a:t>STRUCTURAL</a:t>
            </a:r>
            <a:endParaRPr lang="en-AU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65744-854B-127E-27A1-2F0D71D2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Something </a:t>
            </a:r>
            <a:r>
              <a:rPr lang="en-AU" dirty="0" err="1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something</a:t>
            </a:r>
            <a:endParaRPr lang="en-AU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44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5C95-6BE0-2A05-1089-6E959708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D55F-F1A7-36B3-A18C-9BA5D57B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>
                <a:solidFill>
                  <a:schemeClr val="bg1"/>
                </a:solidFill>
                <a:latin typeface="Bebas Neue" panose="020B0606020202050201" pitchFamily="34" charset="0"/>
              </a:rPr>
              <a:t>Electrical</a:t>
            </a:r>
            <a:endParaRPr lang="en-AU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58157-CD7B-F5DA-D02F-B93E0580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Something </a:t>
            </a:r>
            <a:r>
              <a:rPr lang="en-AU" dirty="0" err="1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something</a:t>
            </a:r>
            <a:endParaRPr lang="en-AU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39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0068-2575-1FCC-20A8-4FA64E7E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4D07-35EB-FAEE-B5A1-D1E15B05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>
                <a:solidFill>
                  <a:schemeClr val="bg1"/>
                </a:solidFill>
                <a:latin typeface="Bebas Neue" panose="020B0606020202050201" pitchFamily="34" charset="0"/>
              </a:rPr>
              <a:t>SOFTWARE | TSSP SYSTEM</a:t>
            </a:r>
            <a:endParaRPr lang="en-AU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337BC-17BF-A59B-2332-AA7295686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Tom</a:t>
            </a:r>
          </a:p>
        </p:txBody>
      </p:sp>
    </p:spTree>
    <p:extLst>
      <p:ext uri="{BB962C8B-B14F-4D97-AF65-F5344CB8AC3E}">
        <p14:creationId xmlns:p14="http://schemas.microsoft.com/office/powerpoint/2010/main" val="48339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763-13CA-9130-261D-A4C74613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C38B-6804-E96A-9DD8-063AE062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>
                <a:solidFill>
                  <a:schemeClr val="bg1"/>
                </a:solidFill>
                <a:latin typeface="Bebas Neue" panose="020B0606020202050201" pitchFamily="34" charset="0"/>
              </a:rPr>
              <a:t>SOFTWARE | TSSP SYSTEM</a:t>
            </a:r>
            <a:endParaRPr lang="en-AU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60FB9-9A02-7097-3CC1-065DD24F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Tom</a:t>
            </a:r>
          </a:p>
        </p:txBody>
      </p:sp>
    </p:spTree>
    <p:extLst>
      <p:ext uri="{BB962C8B-B14F-4D97-AF65-F5344CB8AC3E}">
        <p14:creationId xmlns:p14="http://schemas.microsoft.com/office/powerpoint/2010/main" val="2353835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Bebas Neue</vt:lpstr>
      <vt:lpstr>Rajdhani</vt:lpstr>
      <vt:lpstr>Office Theme</vt:lpstr>
      <vt:lpstr>TEAM HYPERIOn</vt:lpstr>
      <vt:lpstr>STRUCTURAL</vt:lpstr>
      <vt:lpstr>Electrical</vt:lpstr>
      <vt:lpstr>SOFTWARE | TSSP SYSTEM</vt:lpstr>
      <vt:lpstr>SOFTWARE | TSSP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Samaksh Garg</dc:creator>
  <cp:lastModifiedBy>Samaksh Garg</cp:lastModifiedBy>
  <cp:revision>1</cp:revision>
  <dcterms:created xsi:type="dcterms:W3CDTF">2026-03-18T06:19:46Z</dcterms:created>
  <dcterms:modified xsi:type="dcterms:W3CDTF">2026-03-18T10:46:32Z</dcterms:modified>
</cp:coreProperties>
</file>